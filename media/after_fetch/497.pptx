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BC45-8E11-494A-9EF4-8BBD575C564D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DF45-61CD-4F52-A5EE-A78CE57A2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787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BC45-8E11-494A-9EF4-8BBD575C564D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DF45-61CD-4F52-A5EE-A78CE57A2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11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BC45-8E11-494A-9EF4-8BBD575C564D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DF45-61CD-4F52-A5EE-A78CE57A2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535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BC45-8E11-494A-9EF4-8BBD575C564D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DF45-61CD-4F52-A5EE-A78CE57A2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194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BC45-8E11-494A-9EF4-8BBD575C564D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DF45-61CD-4F52-A5EE-A78CE57A2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245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BC45-8E11-494A-9EF4-8BBD575C564D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DF45-61CD-4F52-A5EE-A78CE57A2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70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BC45-8E11-494A-9EF4-8BBD575C564D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DF45-61CD-4F52-A5EE-A78CE57A2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33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BC45-8E11-494A-9EF4-8BBD575C564D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DF45-61CD-4F52-A5EE-A78CE57A2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44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BC45-8E11-494A-9EF4-8BBD575C564D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DF45-61CD-4F52-A5EE-A78CE57A2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644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BC45-8E11-494A-9EF4-8BBD575C564D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DF45-61CD-4F52-A5EE-A78CE57A2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42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BC45-8E11-494A-9EF4-8BBD575C564D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DF45-61CD-4F52-A5EE-A78CE57A2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572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BC45-8E11-494A-9EF4-8BBD575C564D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DF45-61CD-4F52-A5EE-A78CE57A2699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0220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BC45-8E11-494A-9EF4-8BBD575C564D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DF45-61CD-4F52-A5EE-A78CE57A2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635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BC45-8E11-494A-9EF4-8BBD575C564D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DF45-61CD-4F52-A5EE-A78CE57A2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1901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BC45-8E11-494A-9EF4-8BBD575C564D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DF45-61CD-4F52-A5EE-A78CE57A2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249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BC45-8E11-494A-9EF4-8BBD575C564D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DF45-61CD-4F52-A5EE-A78CE57A2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080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BC45-8E11-494A-9EF4-8BBD575C564D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DF45-61CD-4F52-A5EE-A78CE57A2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5189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423BC45-8E11-494A-9EF4-8BBD575C564D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284DF45-61CD-4F52-A5EE-A78CE57A2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427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857F0-DA7B-0805-C7CF-0A6D23769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7948" y="783454"/>
            <a:ext cx="9337198" cy="816747"/>
          </a:xfrm>
        </p:spPr>
        <p:txBody>
          <a:bodyPr/>
          <a:lstStyle/>
          <a:p>
            <a:r>
              <a:rPr lang="en-US" dirty="0"/>
              <a:t>Certificate for appreciation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641D14-35CE-30ED-1490-28AE3FED6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7948" y="2634448"/>
            <a:ext cx="8689976" cy="1371599"/>
          </a:xfrm>
        </p:spPr>
        <p:txBody>
          <a:bodyPr/>
          <a:lstStyle/>
          <a:p>
            <a:r>
              <a:rPr lang="en-US" dirty="0"/>
              <a:t>THIS IS TO CERTIFY </a:t>
            </a:r>
            <a:r>
              <a:rPr lang="en-US" dirty="0" err="1"/>
              <a:t>Mr</a:t>
            </a:r>
            <a:r>
              <a:rPr lang="en-US" dirty="0"/>
              <a:t> anas HAS SECURED GOOD MARKS IN COLLEGE EXAM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AD3DD-7E2C-BCF8-486A-BD9D74015839}"/>
              </a:ext>
            </a:extLst>
          </p:cNvPr>
          <p:cNvSpPr txBox="1"/>
          <p:nvPr/>
        </p:nvSpPr>
        <p:spPr>
          <a:xfrm>
            <a:off x="470517" y="5889880"/>
            <a:ext cx="373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EMAIL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13027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153</TotalTime>
  <Words>19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Tw Cen MT</vt:lpstr>
      <vt:lpstr>Droplet</vt:lpstr>
      <vt:lpstr>Certificate for appreciation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for appreciation</dc:title>
  <dc:creator>salman_p_p@outlook.com</dc:creator>
  <cp:lastModifiedBy>salman_p_p@outlook.com</cp:lastModifiedBy>
  <cp:revision>10</cp:revision>
  <dcterms:created xsi:type="dcterms:W3CDTF">2022-05-21T19:44:46Z</dcterms:created>
  <dcterms:modified xsi:type="dcterms:W3CDTF">2022-05-22T18:05:26Z</dcterms:modified>
</cp:coreProperties>
</file>